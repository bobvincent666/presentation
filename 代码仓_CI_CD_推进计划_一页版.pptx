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 / CI / CD / 代码扫描推进计划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784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两阶段推进：第一阶段先完成 CI 与代码质量门禁；第二阶段在外部账号就绪后推进 CD 自动化发布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01200" y="320040"/>
            <a:ext cx="2057400" cy="310896"/>
          </a:xfrm>
          <a:prstGeom prst="roundRect">
            <a:avLst>
              <a:gd name="adj" fmla="val 529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74352" y="365760"/>
            <a:ext cx="19110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当前重点：第一阶段 CI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623560" cy="393192"/>
          </a:xfrm>
          <a:prstGeom prst="roundRect">
            <a:avLst>
              <a:gd name="adj" fmla="val 3720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35024"/>
            <a:ext cx="5212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第一阶段：CI 能力建设（不依赖外部发布账号）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349240" cy="393192"/>
          </a:xfrm>
          <a:prstGeom prst="roundRect">
            <a:avLst>
              <a:gd name="adj" fmla="val 3720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335024"/>
            <a:ext cx="5074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第二阶段：CD 能力建设（外部账号 / 证书就绪后启动）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10512"/>
            <a:ext cx="1234440" cy="36118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947672"/>
            <a:ext cx="621792" cy="256032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11680"/>
            <a:ext cx="49377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" y="2313432"/>
            <a:ext cx="101498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仓库与权限初始化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752344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确认仓库范围：Android / iOS / 鸿蒙 / 小程序 / 手表端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21792" y="3273552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运维组创建代码仓、分支保护、账号权限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21792" y="3794760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供应商提交工程结构、依赖清单、构建说明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12648" y="4873752"/>
            <a:ext cx="1014984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5001768"/>
            <a:ext cx="1014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牵头：IT运维｜协同：需求组、Tier1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828800" y="1810512"/>
            <a:ext cx="1234440" cy="36118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38528" y="1947672"/>
            <a:ext cx="621792" cy="256032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011680"/>
            <a:ext cx="49377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38528" y="2313432"/>
            <a:ext cx="101498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CI流水线打通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47672" y="2752344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配置多端基础构建：Android、iOS、鸿蒙、小程序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1947672" y="3273552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接入制品归档、构建日志、失败通知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1947672" y="3794760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供应商修复构建脚本、依赖与环境问题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938528" y="4873752"/>
            <a:ext cx="1014984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38528" y="5001768"/>
            <a:ext cx="1014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牵头：IT运维｜执行：Tier1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154680" y="1810512"/>
            <a:ext cx="1234440" cy="36118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64408" y="1947672"/>
            <a:ext cx="621792" cy="256032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011680"/>
            <a:ext cx="49377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64408" y="2313432"/>
            <a:ext cx="101498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代码扫描与质量门禁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73552" y="2752344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接入代码质量 / 安全 / 依赖 / 敏感信息扫描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3273552" y="3273552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建立主分支、发布分支质量门禁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3273552" y="3794760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供应商整改扫描问题，形成整改记录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3264408" y="4873752"/>
            <a:ext cx="1014984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5001768"/>
            <a:ext cx="1014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牵头：IT运维｜整改：Tier1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480560" y="1810512"/>
            <a:ext cx="1234440" cy="36118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0288" y="1947672"/>
            <a:ext cx="621792" cy="256032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011680"/>
            <a:ext cx="49377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90288" y="2313432"/>
            <a:ext cx="101498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CI试运行与验收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99432" y="2752344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完成多端流水线稳定性验证与失败场景演练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4599432" y="3273552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输出CI使用手册、权限清单、扫描报告模板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4599432" y="3794760"/>
            <a:ext cx="103327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需求组组织CI阶段验收，冻结第一阶段基线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4590288" y="4873752"/>
            <a:ext cx="1014984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5001768"/>
            <a:ext cx="10149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牵头：需求组｜支撑：IT运维、Tier1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199632" y="2651760"/>
            <a:ext cx="320040" cy="45720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3182112"/>
            <a:ext cx="548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阶段门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69864" y="3429000"/>
            <a:ext cx="1234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外部账号 / 证书 / 发布权限就绪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7086600" y="1810512"/>
            <a:ext cx="46177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96912" y="2039112"/>
            <a:ext cx="31089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第二阶段：CD自动化发布建设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96912" y="2487168"/>
            <a:ext cx="4069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启动前置条件：外部账号、开发者账号、签名证书、发布权限、测试分发渠道完成移交或授权。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7333488" y="2971800"/>
            <a:ext cx="420624" cy="219456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97496" y="3026664"/>
            <a:ext cx="29260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7808976" y="2990088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发布账号与证书接入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9217152" y="2971800"/>
            <a:ext cx="20848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/ Android / 鸿蒙 / 小程序等账号权限确认，证书、Profile、签名文件纳入受控管理。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7333488" y="3483864"/>
            <a:ext cx="420624" cy="219456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97496" y="3538728"/>
            <a:ext cx="29260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W6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7808976" y="3502152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CD流水线设计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9217152" y="3483864"/>
            <a:ext cx="20848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配置自动打包、版本号、渠道包、制品库、灰度参数和发布审批节点。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7333488" y="3995928"/>
            <a:ext cx="420624" cy="219456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97496" y="4050792"/>
            <a:ext cx="29260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7808976" y="4014216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测试分发与灰度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9217152" y="3995928"/>
            <a:ext cx="20848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 TestFlight / 内测分发 / 小程序体验版 / 企业分发，支持灰度与回滚。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333488" y="4507992"/>
            <a:ext cx="420624" cy="219456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97496" y="4562856"/>
            <a:ext cx="292608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7808976" y="4526280"/>
            <a:ext cx="117043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发布演练与验收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9217152" y="4507992"/>
            <a:ext cx="20848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完成发布演练、回滚演练、上线观察看板和CD验收交付物。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502920" y="5696712"/>
            <a:ext cx="11201400" cy="658368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D6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5934456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645920" y="5824728"/>
            <a:ext cx="2286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需求组：明确目标、验收标准、阶段审批</a:t>
            </a:r>
            <a:endParaRPr lang="en-US" sz="940" dirty="0"/>
          </a:p>
        </p:txBody>
      </p:sp>
      <p:sp>
        <p:nvSpPr>
          <p:cNvPr id="71" name="Text 69"/>
          <p:cNvSpPr/>
          <p:nvPr/>
        </p:nvSpPr>
        <p:spPr>
          <a:xfrm>
            <a:off x="4297680" y="5824728"/>
            <a:ext cx="2834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IT运维：搭建仓库、流水线、权限、扫描平台</a:t>
            </a:r>
            <a:endParaRPr lang="en-US" sz="940" dirty="0"/>
          </a:p>
        </p:txBody>
      </p:sp>
      <p:sp>
        <p:nvSpPr>
          <p:cNvPr id="72" name="Text 70"/>
          <p:cNvSpPr/>
          <p:nvPr/>
        </p:nvSpPr>
        <p:spPr>
          <a:xfrm>
            <a:off x="7635240" y="5824728"/>
            <a:ext cx="3291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Tier1供应商：提交代码、维护构建、整改扫描问题</a:t>
            </a:r>
            <a:endParaRPr lang="en-US" sz="940" dirty="0"/>
          </a:p>
        </p:txBody>
      </p:sp>
      <p:sp>
        <p:nvSpPr>
          <p:cNvPr id="73" name="Text 71"/>
          <p:cNvSpPr/>
          <p:nvPr/>
        </p:nvSpPr>
        <p:spPr>
          <a:xfrm>
            <a:off x="1645920" y="6080760"/>
            <a:ext cx="8138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阶段原则：CI先行，CD待外部账号就绪后启动；所有交付以流水线记录、扫描报告和验收清单为准。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代码仓、CI/CD 与代码扫描推进计划</dc:title>
  <dc:subject>CI/CD 推进计划</dc:subject>
  <dc:creator>OpenAI</dc:creator>
  <cp:lastModifiedBy>OpenAI</cp:lastModifiedBy>
  <cp:revision>1</cp:revision>
  <dcterms:created xsi:type="dcterms:W3CDTF">2026-07-08T06:44:35Z</dcterms:created>
  <dcterms:modified xsi:type="dcterms:W3CDTF">2026-07-08T06:44:35Z</dcterms:modified>
</cp:coreProperties>
</file>