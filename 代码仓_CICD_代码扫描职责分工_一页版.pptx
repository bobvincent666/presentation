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2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代码仓 / CI/CD / 代码扫描职责分工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需求组定目标｜IT运维建平台｜Tier 1供应商交付代码与整改质量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1183112" cy="621792"/>
          </a:xfrm>
          <a:prstGeom prst="roundRect">
            <a:avLst>
              <a:gd name="adj" fmla="val 11765"/>
            </a:avLst>
          </a:prstGeom>
          <a:solidFill>
            <a:srgbClr val="EAF2FF"/>
          </a:solidFill>
          <a:ln w="12700">
            <a:solidFill>
              <a:srgbClr val="C9DBF7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271016"/>
            <a:ext cx="10771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432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协作原则：需求组负责“要什么、验什么、能不能上线”；IT运维负责“仓库、流水线、权限、平台安全”；Tier 1负责“开发、提交、构建配合、扫描整改、交付质量”。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3310128" cy="4114800"/>
          </a:xfrm>
          <a:prstGeom prst="roundRect">
            <a:avLst>
              <a:gd name="adj" fmla="val 3315"/>
            </a:avLst>
          </a:prstGeom>
          <a:solidFill>
            <a:srgbClr val="FFFFFF"/>
          </a:solidFill>
          <a:ln w="12700">
            <a:solidFill>
              <a:srgbClr val="D7DEE8">
                <a:alpha val="9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148840"/>
            <a:ext cx="2944368" cy="694944"/>
          </a:xfrm>
          <a:prstGeom prst="roundRect">
            <a:avLst>
              <a:gd name="adj" fmla="val 13158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22585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50392" y="254203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业务与验收负责人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32104" y="3035808"/>
            <a:ext cx="2724912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331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 提出多端代码仓与CI/CD需求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331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 明确需求范围、版本计划、验收标准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331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3. 审批供应商权限与发布上线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331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4. 确认质量门禁与安全红线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331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5. 跟踪问题闭环与业务验收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4160520" y="1965960"/>
            <a:ext cx="3310128" cy="4114800"/>
          </a:xfrm>
          <a:prstGeom prst="roundRect">
            <a:avLst>
              <a:gd name="adj" fmla="val 3315"/>
            </a:avLst>
          </a:prstGeom>
          <a:solidFill>
            <a:srgbClr val="FFFFFF"/>
          </a:solidFill>
          <a:ln w="12700">
            <a:solidFill>
              <a:srgbClr val="D7DEE8">
                <a:alpha val="9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2148840"/>
            <a:ext cx="2944368" cy="694944"/>
          </a:xfrm>
          <a:prstGeom prst="roundRect">
            <a:avLst>
              <a:gd name="adj" fmla="val 13158"/>
            </a:avLst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07992" y="22585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IT运维组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07992" y="254203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平台与安全负责人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489704" y="3035808"/>
            <a:ext cx="2724912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331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 创建代码仓并配置权限/分支保护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331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 搭建CI/CD流水线与构建环境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331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3. 集成代码扫描与质量门禁平台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331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4. 维护证书、密钥、制品库与审计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331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5. 保障平台可用、告警、备份与回滚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7818120" y="1965960"/>
            <a:ext cx="3310128" cy="4114800"/>
          </a:xfrm>
          <a:prstGeom prst="roundRect">
            <a:avLst>
              <a:gd name="adj" fmla="val 3315"/>
            </a:avLst>
          </a:prstGeom>
          <a:solidFill>
            <a:srgbClr val="FFFFFF"/>
          </a:solidFill>
          <a:ln w="12700">
            <a:solidFill>
              <a:srgbClr val="D7DEE8">
                <a:alpha val="9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01000" y="2148840"/>
            <a:ext cx="2944368" cy="694944"/>
          </a:xfrm>
          <a:prstGeom prst="roundRect">
            <a:avLst>
              <a:gd name="adj" fmla="val 13158"/>
            </a:avLst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65592" y="22585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Tier 1 供应商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165592" y="254203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开发与交付负责人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147304" y="3035808"/>
            <a:ext cx="2724912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331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 按规范提交Android/iOS/鸿蒙/小程序/手表代码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331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 维护构建脚本、依赖清单和工程配置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331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3. 发起MR/PR并完成代码评审修改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331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4. 修复扫描问题、漏洞与质量缺陷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331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5. 提交版本包、变更说明和回滚建议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566928" y="63093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B67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建议红线：正式代码必须进入需求方指定代码仓；主/发布分支必须启用保护；未通过扫描和质量门禁不得合并或发布；正式包必须由受控CI/CD流水线生成。</a:t>
            </a:r>
            <a:endParaRPr lang="en-US" sz="9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职责分工一页版</dc:title>
  <dc:subject>代码仓、CI/CD与代码扫描职责分工</dc:subject>
  <dc:creator>OpenAI</dc:creator>
  <cp:lastModifiedBy>OpenAI</cp:lastModifiedBy>
  <cp:revision>1</cp:revision>
  <dcterms:created xsi:type="dcterms:W3CDTF">2026-07-08T01:41:39Z</dcterms:created>
  <dcterms:modified xsi:type="dcterms:W3CDTF">2026-07-08T01:41:39Z</dcterms:modified>
</cp:coreProperties>
</file>